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Customer Success Quick Start Guide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 center for portfolio health, team performance, playbook ROI, and renewal governance. Every metric traces back to causal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502920"/>
            <a:ext cx="292608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502920"/>
            <a:ext cx="64008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640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CUSTOMER SUCCESS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&amp; NRR accountability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&amp; capacity planning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ROI &amp; success metrics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approval workflows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834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ARR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71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$48M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120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7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  to access this 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Health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ACCOUNTS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portfolio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HEALTH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2432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2432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COMPLETION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7316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2200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 (90D)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2200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$17.8M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2200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accounts renewing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4937760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DISTRIBUTION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accts  |  $22.4M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2606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82549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825496"/>
            <a:ext cx="180502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accts  |  $15.8M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3108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2841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328416"/>
            <a:ext cx="1267358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611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accts  |  $9.8M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3611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83133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3831336"/>
            <a:ext cx="768096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0" y="2194560"/>
            <a:ext cx="3383280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8932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 days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29535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89320" y="2953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Success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0" y="3300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89320" y="3300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NPS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80960" y="3300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69280" y="36484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89320" y="3648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Completed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80960" y="36484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four answers: How many? How healthy? What's working? What's renewing?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CSM Scorecard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66928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65960" y="10789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06040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Δ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7472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749040" y="10789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434840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0" y="1078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$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" y="1325880"/>
            <a:ext cx="5394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1417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1417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1737360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801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Rivera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1801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1801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3484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1801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$310K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2121408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185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Park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63040" y="2185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65960" y="21854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21854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21854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2505456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2569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Johnson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463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65960" y="25694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060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49040" y="2569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48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2569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1005840"/>
            <a:ext cx="265176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640080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2194560"/>
            <a:ext cx="20116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0" name="Shape 58"/>
          <p:cNvSpPr/>
          <p:nvPr/>
        </p:nvSpPr>
        <p:spPr>
          <a:xfrm>
            <a:off x="6583680" y="2194560"/>
            <a:ext cx="156911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4922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5528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Accts / CSM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55280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55280" y="3054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379476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379476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driving revenue impact — and who needs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Team Should Do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0" y="182880"/>
            <a:ext cx="338328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5623560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= (impact x 0.6 x ARR) - (effort x 0.4)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23560" y="3931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data points → 10 clear actions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503920" cy="3383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241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" y="1024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103120" y="1024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0" y="1024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6072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766560" y="1024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406640" y="1024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Impact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261872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13898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66560" y="1353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1673352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recovery outreach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PB-SYS-04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773936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1773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76656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2057400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EdTech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prep + health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2157984"/>
            <a:ext cx="6858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21579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66560" y="2121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06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2441448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TechGrid Corp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acceleration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66560" y="2505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2505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2825496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724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03120" y="2889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opportunity scoring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8912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60720" y="2926080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56"/>
          <p:cNvSpPr/>
          <p:nvPr/>
        </p:nvSpPr>
        <p:spPr>
          <a:xfrm>
            <a:off x="5760720" y="2926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766560" y="2889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$6.1M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3209544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Labs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10312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 refresh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38912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PB-06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760720" y="3310128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7" name="Text 65"/>
          <p:cNvSpPr/>
          <p:nvPr/>
        </p:nvSpPr>
        <p:spPr>
          <a:xfrm>
            <a:off x="5760720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76656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06640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3593592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772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1031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review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891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PB-04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0720" y="3694176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6" name="Text 74"/>
          <p:cNvSpPr/>
          <p:nvPr/>
        </p:nvSpPr>
        <p:spPr>
          <a:xfrm>
            <a:off x="5760720" y="36941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7665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06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$5.4M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200 data points to 10 clear actions, ranked by dollar impact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Revenue at Stake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ARR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$17.8M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70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50392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76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103120" y="2176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63240" y="2176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06240" y="2176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Left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0" y="21762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76072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6656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Arc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42316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2514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6324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514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76656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28529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2852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6324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0" y="28529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2852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2880360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28803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66560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Sponsor Loss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31912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EdTech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03120" y="3191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63240" y="3191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06240" y="3191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60720" y="3218688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32186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66560" y="3191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Displacement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" y="35295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295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$5.4M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6324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06240" y="35295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60720" y="3557016"/>
            <a:ext cx="6858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6" name="Text 54"/>
          <p:cNvSpPr/>
          <p:nvPr/>
        </p:nvSpPr>
        <p:spPr>
          <a:xfrm>
            <a:off x="57607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766560" y="3529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2920" y="38679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03120" y="3867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$6.1M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06324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06240" y="3867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29200" y="38679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60720" y="3895344"/>
            <a:ext cx="6858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4" name="Text 62"/>
          <p:cNvSpPr/>
          <p:nvPr/>
        </p:nvSpPr>
        <p:spPr>
          <a:xfrm>
            <a:off x="5760720" y="38953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766560" y="3867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Champion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7" name="Shape 65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 surprised by a renewal again — story arcs flag silent churn 60+ days 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What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SUCCESS RATES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0" y="1325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2316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6324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4904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Impact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1554480"/>
            <a:ext cx="47548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Accel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$890K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377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2316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Recovery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2743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$680K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Engagement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2316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1005840"/>
            <a:ext cx="329184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1005840"/>
            <a:ext cx="64008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806440" y="1078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BRIDGE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06440" y="1298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 Return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Hours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35240" y="1572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 hrs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35240" y="1810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06440" y="2048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06440" y="228600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Text 53"/>
          <p:cNvSpPr/>
          <p:nvPr/>
        </p:nvSpPr>
        <p:spPr>
          <a:xfrm>
            <a:off x="5806440" y="2523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35240" y="2523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Expanded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0644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06440" y="3236976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Text 60"/>
          <p:cNvSpPr/>
          <p:nvPr/>
        </p:nvSpPr>
        <p:spPr>
          <a:xfrm>
            <a:off x="580644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Multiple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35240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39.3x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9776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5" name="Shape 63"/>
          <p:cNvSpPr/>
          <p:nvPr/>
        </p:nvSpPr>
        <p:spPr>
          <a:xfrm>
            <a:off x="365760" y="397764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playbook run generates an ROI proof point — traceable to causal evidence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TRENDS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Trajectory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accounts | $22M ARR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accounts | $16M ARR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636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accounts | $10M ARR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50392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HEALTH TRAJECTORY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7744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1460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9476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5508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3524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2468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1460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9476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492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3524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2761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TechGrid Corp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3444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9476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3524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-13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23444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9476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492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5508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3524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0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-16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Labs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344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9476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07492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5508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352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29600" y="3639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+3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3794760"/>
            <a:ext cx="1828800" cy="91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3822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&lt; 50   |   At Risk 50-69   |   Healthy 70+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deterioration 60 days before renewal — threshold crossings trigger automatic alerts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Guardrails &amp; Approval Workflows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50392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CONFIDENCE-BASED ROUTING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AUTO-EXECUTE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 confidence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proceeds automatically.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actions with high certainty.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560320" cy="10972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HUMAN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60-84% confidence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4728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VP CS approval queue.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predicted outcome shown.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644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10972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AUTO-REJECT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620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60% confidence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confidence.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manual investigation.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49377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PB-05 triggered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604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3218688"/>
            <a:ext cx="640080" cy="1645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18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Auto-exec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97680" y="32004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CRO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06040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3493008"/>
            <a:ext cx="640080" cy="1645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4930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297680" y="3474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ago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$50K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0604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66160" y="3767328"/>
            <a:ext cx="640080" cy="164592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7673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Queue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9768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ago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reassignment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0604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66160" y="4041648"/>
            <a:ext cx="640080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297680" y="4023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ago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0" y="2834640"/>
            <a:ext cx="33832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2834640"/>
            <a:ext cx="64008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3218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validated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18120" y="3218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15/15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15000" y="3447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coverage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3447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15000" y="3675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18120" y="3675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00" y="3904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accounts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18120" y="3904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15000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KPIs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18120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7" name="Shape 55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recommends, you decide — full audit trail for every action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Portfolio Co-Pilot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CAN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grounded in live platform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1097280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45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improved this month?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our portfolio NRR trajectory.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total revenue at risk right now?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6858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432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Sarah's scorecard this quarter.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2644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CSM has the most at-risk accounts?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5112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over capacity on any CSM?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794760"/>
            <a:ext cx="914400" cy="20116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escalation email for Drift Analytics.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159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playbooks should we run this week?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562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562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board-ready CS update.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4206240" cy="2103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43560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435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1417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natural language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1600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question about your portfolio, team, or accounts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184708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1847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1828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live 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2011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 40+ MCP tools to gather context graph, health, signals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225856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2585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grounded answers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2423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to a source — no hallucination, full audit trail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267004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267004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2834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emails, run playbooks, export reports — all from the same chat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291840"/>
            <a:ext cx="4206240" cy="14630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3291840"/>
            <a:ext cx="64008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 Pulse + Claude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Chief of Staff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9204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MCP tools  |  Context Graph grounded  |  Full audit trail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92040" y="4389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  →  Ask AI button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Pulse - VP Customer Success: Portfolio Intelligence</dc:title>
  <dc:subject>PptxGenJS Presentation</dc:subject>
  <dc:creator>CS Pulse</dc:creator>
  <cp:lastModifiedBy>CS Pulse</cp:lastModifiedBy>
  <cp:revision>1</cp:revision>
  <dcterms:created xsi:type="dcterms:W3CDTF">2026-04-16T17:42:01Z</dcterms:created>
  <dcterms:modified xsi:type="dcterms:W3CDTF">2026-04-16T17:42:01Z</dcterms:modified>
</cp:coreProperties>
</file>